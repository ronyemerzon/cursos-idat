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INTERFACES 3 • EVALUACIÓN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EduPortal: Sistema de Gestión Académica Centralizada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 SPA en Angular con Autenticación JWT, Enrutamiento con Guards, Pipes &amp; Directivas y Backend REST en Spring Boot con SQL 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14800"/>
            <a:ext cx="9144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297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Rony Emerzon Pascual Cárdenas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Enrutamiento Angular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411480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4114800"/>
            <a:ext cx="9144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4297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Alison Laulate Villa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Spring Boot &amp; JWT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411480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4114800"/>
            <a:ext cx="91440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4297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Cristhian Moreno Silva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REST &amp; SQL Server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github.com/ronyemerzon/cursos-idat  |  Instituto Superior IDAT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CONTEXTO &amp; PROBLEMÁTICA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2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Problemática &amp; Objetivos de la Solución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El Problema Actual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académicos manuales, información dispersa y falta de control de acceso por roles, exponiendo datos y complicando la gestión.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Solución SPA en Angular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una plataforma web unificada con navegación reactiva, interfaz moderna y carga perezosa de componentes (Lazy Loading).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Seguridad Integral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256032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navegación con Guards en Angular, tokens JWT cifrados con HMAC-SHA256 e interceptores que inyectan Bearer Headers.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ARQUITECTURA &amp; TECNOLOGÍAS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3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 Desacoplado (2 Proyectos)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2514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SPA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18+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Standalone, enrutamiento con Lazy Loading, Reactive Forms, Pipes y Directivas personalizadas.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1568" y="1645920"/>
            <a:ext cx="2514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 (Java 17+)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84448" y="274320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Controladores REST, Spring Data JPA, Spring Security 6 y hashing seguro de contraseñas con BCrypt.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645920"/>
            <a:ext cx="2514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JWT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54496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JJWT (HMAC-SHA256)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4496" y="274320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y validación de tokens de 24 horas con claims de usuario y rol para peticiones sin estado (stateless).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41664" y="1645920"/>
            <a:ext cx="25146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24544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SQL Server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24544" y="274320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relacional EduPortalDB con tablas users y courses, e integridad referencial garantizada.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ENRUTAMIENTO SPA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4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 Jerárquico &amp; Lazy Loading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solidFill>
            <a:srgbClr val="090D1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app.routes.ts (Lazy Loading Moderno)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routes: Routes = [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'login', canActivate: [loginGuard], ...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'',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component: MainLayoutComponent,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canActivate: [authGuard],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[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path: 'dashboard', loadComponent: ...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path: 'usuarios', 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canActivate: [roleGuard], 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data: { roles: ['ADMIN']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loadComponent: ... 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path: 'cursos', loadComponent: ...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path: 'cursos/:id', loadComponent: ...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path: 'perfil', loadComponent: ... 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'unauthorized', loadComponent: ... },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'**', loadComponent: ... 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4937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Lazy Loading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diferida por componente que disminuye el peso del paquete inicial de la SPA.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697480"/>
            <a:ext cx="4937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Rutas Jerárquicas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Hijos organizados bajo un Layout común con Sidebar y Navbar protegidos.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749040"/>
            <a:ext cx="4937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Rutas Parametrizadas (:id)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dinámica /cursos/:id para consultar detalle, vacantes y syllabus.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4800600"/>
            <a:ext cx="4937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Comodín Wildcard (**)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errores 404 con redirección a vista personalizada.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GUARDS DE SEGURIDAD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5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Rutas con Guards de Angular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AuthGuard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de Sesión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 la presencia de un token JWT en localStorage.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Comprueba que el token no haya expirado.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Redirige a /login?returnUrl=... si no hay sesión activa.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RoleGuard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331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 por Roles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Inspecciona el array data: { roles: [...] } de la ruta.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Extrae el rol del token JWT del usuario actual.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Bloquea el paso y redirige a /unauthorized (403) si el rol es insuficiente.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LoginGuard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2331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de Doble Login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78892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si el usuario ya se encuentra autenticado.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Impide volver al formulario de login innecesariamente.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Redirige automáticamente al usuario al /dashboard.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JWT &amp; INTERCEPTORES HTTP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6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 y Comunicación con Interceptores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del Token JWT en la Arquitectura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 Inicial: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envía correo y clave a POST /api/auth/login.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Emisión y Firma: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valida en SQL Server y genera el JWT con claims (id, email, rol) firmado con HMAC-SHA256.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Almacenamiento: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recibe el token y lo almacena en localStorage.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Inyección Automática: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llamada con HttpClient incluye Authorization: Bearer &lt;token&gt;.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5303520" cy="4114800"/>
          </a:xfrm>
          <a:prstGeom prst="rect">
            <a:avLst/>
          </a:prstGeom>
          <a:solidFill>
            <a:srgbClr val="090D1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jwt.interceptor.ts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jwtInterceptor: HttpInterceptorFn = 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next) =&gt; {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authService = inject(AuthService);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authService.getToken();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(token &amp;&amp; !req.url.includes('/auth/login')) {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authReq = req.clone({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setHeaders: { 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Authorization: `Bearer ${token}` 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next(authReq);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next(req);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BUENAS PRÁCTICAS DE DESARROLLO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7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Pipes y Directivas Personalizadas de Propia Creación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Pipes Creados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roleName (| roleName):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 enums internos (ROLE_ADMIN, ROLE_PROFESOR) a nombres amigables (Administrador, Docente).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statusBadge (| statusBadge):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el estado (ACTIVO, INACTIVO) a clases CSS semánticas y etiquetas legibles.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truncateText (| truncateText:80):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Recorta textos extensos con puntos suspensivos sin romper la estructura de las tarjetas.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Directives Creadas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*appHasRole="['ADMIN']":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Directiva estructural que inyecta TemplateRef y ViewContainerRef para remover del DOM botones y acciones según el rol del usuario autenticado.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appHoverCard: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Directiva de atributo con @HostListener que anima dinámicamente elevaciones y transiciones suaves en tarjetas de cursos y paneles.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CONSUMO DE SERVICIOS REST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8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CRUD Completas con HttpClient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Módulo Usuarios (Admin)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/api/users (Listar con búsqueda)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/api/users (Crear nuevo)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PUT /api/users/:id (Editar datos)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PATCH /toggle-status (Cambiar estado)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 /api/users/:id (Eliminar)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Módulo Cursos (Docente/Admin)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/api/courses (Filtros por categoría)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/api/courses/:id (Detalle de curso)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/api/courses (Crear asignatura)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PUT /api/courses/:id (Modificar curso)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 /api/courses/:id (Eliminar curso)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64592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Matrícula (Estudiante)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246888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Exploración de catálogo con cupos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Ficha técnica con sílabo académico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/api/courses/:id/enroll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Validación de vacantes disponibles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Confirmación interactiva con Toast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PRUEBAS FUNCIONALES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9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Pruebas Funcionales (10/10 Aprobadas)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Navegación (Guards &amp; JWT)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CP-01: Login exitoso con JWT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CP-02: Rechazo de credenciales erróneas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CP-03: AuthGuard bloquea rutas sin login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CP-04: RoleGuard bloquea /usuarios a Estudiantes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CP-09: Inyección automática de Bearer Header ➔ Aprobado 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CRUD y Negocio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CP-05: Creación de usuario en SQL Server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CP-06: Edición y toggle de estado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CP-07: Filtros reactivos por categoría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CP-08: Matrícula con control de cupos ➔ Aprobado ✅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CP-10: Captura de ruta inexistente 404 ➔ Aprobado 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IDAT • ESCUELA DE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CONCLUSIONES FINALES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EduPortal - Sistema de Gestión Académica SPA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10 de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su atención!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demostró una solución SPA robusta, con seguridad JWT, Lazy Loading y persistencia en SQL Server cumpliendo al 100% la rúbrica oficial de IDAT.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566160"/>
            <a:ext cx="5760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840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 o Demostración en Vivo?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42976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GitHub: github.com/ronyemerzon/cursos-idat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Rony Pascual • Alison Laulate • Cristhian Moreno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IDAT - Desarrollo de Interfaces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EduPortal - Sustentación Examen Final</dc:title>
  <dc:subject>PptxGenJS Presentation</dc:subject>
  <dc:creator>Rony Emerzon Pascual, Alison Laulate, Cristhian Moreno</dc:creator>
  <cp:lastModifiedBy>Rony Emerzon Pascual, Alison Laulate, Cristhian Moreno</cp:lastModifiedBy>
  <cp:revision>1</cp:revision>
  <dcterms:created xsi:type="dcterms:W3CDTF">2026-08-14T23:16:32Z</dcterms:created>
  <dcterms:modified xsi:type="dcterms:W3CDTF">2026-08-14T23:16:32Z</dcterms:modified>
</cp:coreProperties>
</file>